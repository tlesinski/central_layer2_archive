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400" b="1">
                <a:solidFill>
                  <a:srgbClr val="E86C00"/>
                </a:solidFill>
                <a:latin typeface="Calibri"/>
              </a:defRPr>
            </a:pPr>
            <a:r>
              <a:t>PARTMGR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Oracle Archive Control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BBCCDD"/>
                </a:solidFill>
                <a:latin typeface="Calibri"/>
              </a:defRPr>
            </a:pPr>
            <a:r>
              <a:t>Central Layer 2 archive management for partitioned Oracle estates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Tomasz Lesiński  |  2026-06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 / 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Challenges in managing partitioned data archiving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Large Oracle systems have hundreds of partitioned tables across many schemas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Each source uses its own, often ad-hoc, archive logic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No central visibility into what has been archived and what hasn't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No quality guarantees -- source and target row counts frequently diverge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Source cleanup is risky and irreversible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Downstream systems (reporting, audit) need bounded copies of archived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PARTMGR solves these problems by centralizing archive orchestration outside source applications.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2 /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Three layers: AGENT · ARCHIVER · REPLICA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2926080" cy="20116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TWP (Source DB)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2240280"/>
            <a:ext cx="256032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CLIENT1 / CLIENT2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2926080"/>
            <a:ext cx="2560320" cy="5486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PARTMGR_AGENT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34256" y="2560320"/>
            <a:ext cx="246888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7720" y="1645920"/>
            <a:ext cx="2926080" cy="20116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TWARP (Archive DB)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2377440"/>
            <a:ext cx="2560320" cy="5486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PARTMGR_ARCHIVER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580376" y="2560320"/>
            <a:ext cx="246888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2926080" cy="20116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TWART (Replica DB)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377440"/>
            <a:ext cx="2560320" cy="5486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PARTMGR_REPLICA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2743200" cy="1645920"/>
          </a:xfrm>
          <a:prstGeom prst="rect">
            <a:avLst/>
          </a:prstGeom>
          <a:solidFill>
            <a:srgbClr val="FDFDFD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645152"/>
            <a:ext cx="182880" cy="182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626864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Source business schemas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01184"/>
            <a:ext cx="182880" cy="1828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882896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Layer 1: source-side helper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57216"/>
            <a:ext cx="182880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138928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Layer 2: central control plane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413248"/>
            <a:ext cx="182880" cy="1828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39496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Layer 3: downstream replica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57200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AGENT: partition metadata, row counts, cleanup (no policy)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ARCHIVER: orchestration, configuration, quality, truncate preview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REPLICA: optional bounded downstream copy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Partition Lifecycle Across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Source → Archive → Replica with truncate and purge timelines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874520"/>
            <a:ext cx="11612880" cy="100584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965960"/>
            <a:ext cx="155448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TWP (CLIENT / AGENT)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2240280"/>
            <a:ext cx="409574" cy="457200"/>
          </a:xfrm>
          <a:prstGeom prst="rect">
            <a:avLst/>
          </a:prstGeom>
          <a:solidFill>
            <a:srgbClr val="5DA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6975" y="2240280"/>
            <a:ext cx="409574" cy="457200"/>
          </a:xfrm>
          <a:prstGeom prst="rect">
            <a:avLst/>
          </a:prstGeom>
          <a:solidFill>
            <a:srgbClr val="5DA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76550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86125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95700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05275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14850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24425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34000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43575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3150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62725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72300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1875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91450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01025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10600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20175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29750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39325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48900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58475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068050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77625" y="224028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85110" y="182880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C0392B"/>
                </a:solidFill>
                <a:latin typeface="Calibri"/>
              </a:defRPr>
            </a:pPr>
            <a:r>
              <a:t>TRUNCATE</a:t>
            </a:r>
            <a:br/>
            <a:r>
              <a:t>(~15 days)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0950" y="201168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C0392B"/>
                </a:solidFill>
                <a:latin typeface="Calibri"/>
              </a:defRPr>
            </a:pPr>
            <a:r>
              <a:t>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256032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Short source retention (≤15 days after archive)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2562034" y="2834640"/>
            <a:ext cx="228600" cy="365760"/>
          </a:xfrm>
          <a:prstGeom prst="down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39074" y="274320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2ECC71"/>
                </a:solidFill>
                <a:latin typeface="Calibri"/>
              </a:defRPr>
            </a:pPr>
            <a:r>
              <a:t>ARCHIVE (EXCHANGE)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3394" y="3017520"/>
            <a:ext cx="10972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66666"/>
                </a:solidFill>
                <a:latin typeface="Calibri"/>
              </a:defRPr>
            </a:pPr>
            <a:r>
              <a:t>DISCOVER→ARCHIVE→QUALITY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154680"/>
            <a:ext cx="11612880" cy="100584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20040" y="3246120"/>
            <a:ext cx="155448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TWARP (ARCHIVER)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66975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76550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86125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95700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05275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14850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924425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334000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43575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53150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62725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72300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1875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91450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01025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10600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20175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29750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39325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248900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658475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068050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477625" y="3520440"/>
            <a:ext cx="409574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0" y="384048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Full archive history (e.g. 2 years  —  never truncated)</a:t>
            </a:r>
          </a:p>
        </p:txBody>
      </p:sp>
      <p:sp>
        <p:nvSpPr>
          <p:cNvPr id="64" name="Down Arrow 63"/>
          <p:cNvSpPr/>
          <p:nvPr/>
        </p:nvSpPr>
        <p:spPr>
          <a:xfrm>
            <a:off x="9524809" y="4114800"/>
            <a:ext cx="228600" cy="365760"/>
          </a:xfrm>
          <a:prstGeom prst="downArrow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18969" y="402336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9B59B6"/>
                </a:solidFill>
                <a:latin typeface="Calibri"/>
              </a:defRPr>
            </a:pPr>
            <a:r>
              <a:t>REPLICATE</a:t>
            </a:r>
            <a:br/>
            <a:r>
              <a:t>(rolling window feed)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61769" y="32461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66666"/>
                </a:solidFill>
                <a:latin typeface="Calibri"/>
              </a:defRPr>
            </a:pPr>
            <a:r>
              <a:t>Qualified</a:t>
            </a:r>
            <a:br/>
            <a:r>
              <a:t>partitions only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434840"/>
            <a:ext cx="11612880" cy="100584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20040" y="4526280"/>
            <a:ext cx="1554480" cy="8229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TWART (REPLICA)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57400" y="480060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466975" y="480060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876550" y="480060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286125" y="480060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695700" y="480060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105275" y="480060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514850" y="480060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924425" y="480060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334000" y="480060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743575" y="480060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53150" y="480060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62725" y="480060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72300" y="480060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1875" y="480060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91450" y="480060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201025" y="480060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610600" y="480060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020175" y="4800600"/>
            <a:ext cx="409574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429750" y="4800600"/>
            <a:ext cx="409574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839325" y="4800600"/>
            <a:ext cx="409574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248900" y="4800600"/>
            <a:ext cx="409574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658475" y="4800600"/>
            <a:ext cx="409574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068050" y="4800600"/>
            <a:ext cx="409574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477625" y="4800600"/>
            <a:ext cx="409574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46870" y="438912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C0392B"/>
                </a:solidFill>
                <a:latin typeface="Calibri"/>
              </a:defRPr>
            </a:pPr>
            <a:r>
              <a:t>PURGE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44150" y="457200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C0392B"/>
                </a:solidFill>
                <a:latin typeface="Calibri"/>
              </a:defRPr>
            </a:pPr>
            <a:r>
              <a:t>✘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72550" y="512064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Rolling 6-month window  →  oldest partitions purged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965960" y="566928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333333"/>
                </a:solidFill>
                <a:latin typeface="Calibri"/>
              </a:defRPr>
            </a:pPr>
            <a:r>
              <a:t>2024 H1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23410" y="566928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333333"/>
                </a:solidFill>
                <a:latin typeface="Calibri"/>
              </a:defRPr>
            </a:pPr>
            <a:r>
              <a:t>2024 H2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80860" y="566928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333333"/>
                </a:solidFill>
                <a:latin typeface="Calibri"/>
              </a:defRPr>
            </a:pPr>
            <a:r>
              <a:t>2025 H1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338310" y="566928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333333"/>
                </a:solidFill>
                <a:latin typeface="Calibri"/>
              </a:defRPr>
            </a:pPr>
            <a:r>
              <a:t>2025 H2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4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Core Goal &amp;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Key design tenets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Centralize archive logic outside source applications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Every archive unit is explicitly tracked in metadata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Component communication through real Oracle database links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Source vs target row counts are compared before any cleanup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Destructive operations default to preview mode (preview-first)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Minimum viable deployment: AGENT + ARCHIVER (REPLICA is optional)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Source: README.md, docs/architecture.md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5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Source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Source identity key (composite primary key):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SOURCE_DB_LINK + SOURCE_OWNER + SOURCE_TABLE_NAME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SOURCE_DB_LINK must be a real database link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Values LOCAL, NONE, NULL are forbidden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No surrogate keys (no archive IDs)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No ARCHIVE_METHOD column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No source registry table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One row = one source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280160"/>
            <a:ext cx="5303520" cy="47548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371600"/>
            <a:ext cx="5029200" cy="457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BB2BF"/>
                </a:solidFill>
                <a:latin typeface="Consolas"/>
              </a:defRPr>
            </a:pPr>
            <a:r>
              <a:t>-- TBL_ARCHIVER_TABLES configuration</a:t>
            </a:r>
            <a:br/>
            <a:r>
              <a:t>INSERT INTO TBL_ARCHIVER_TABLES (</a:t>
            </a:r>
            <a:br/>
            <a:r>
              <a:t>  SOURCE_DB_LINK,</a:t>
            </a:r>
            <a:br/>
            <a:r>
              <a:t>  SOURCE_OWNER,</a:t>
            </a:r>
            <a:br/>
            <a:r>
              <a:t>  SOURCE_TABLE_NAME,</a:t>
            </a:r>
            <a:br/>
            <a:r>
              <a:t>  TARGET_OWNER,</a:t>
            </a:r>
            <a:br/>
            <a:r>
              <a:t>  TARGET_TABLE_NAME,</a:t>
            </a:r>
            <a:br/>
            <a:r>
              <a:t>  LAST_BUSINESS_DATE,</a:t>
            </a:r>
            <a:br/>
            <a:r>
              <a:t>  DAYS_ONLINE,</a:t>
            </a:r>
            <a:br/>
            <a:r>
              <a:t>  ENABLED_FLAG</a:t>
            </a:r>
            <a:br/>
            <a:r>
              <a:t>) VALUES (</a:t>
            </a:r>
            <a:br/>
            <a:r>
              <a:t>  'AGENT_LINK',</a:t>
            </a:r>
            <a:br/>
            <a:r>
              <a:t>  'CLIENT1',</a:t>
            </a:r>
            <a:br/>
            <a:r>
              <a:t>  'ORDERS_ARCH_SRC',</a:t>
            </a:r>
            <a:br/>
            <a:r>
              <a:t>  'PARTMGR_ARCHIVER',</a:t>
            </a:r>
            <a:br/>
            <a:r>
              <a:t>  'TBL_ARCHIVER_CLIENT1_ARCH',</a:t>
            </a:r>
            <a:br/>
            <a:r>
              <a:t>  DATE '2026-06-01',</a:t>
            </a:r>
            <a:br/>
            <a:r>
              <a:t>  30,</a:t>
            </a:r>
            <a:br/>
            <a:r>
              <a:t>  'Y'</a:t>
            </a:r>
            <a:br/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Source: AGENTS.md -- Central Model Rules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6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Partition Detection -- HIGH_VALUE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Identification by HIGH_VALUE, not by physical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Identity is based on partition/subpartition HIGH_VALUE, not the physical name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Physical names (SYS_P...) are unstable -- they change after table rebuilds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HIGH_VALUE is a DDL fragment, e.g. TO_DATE('2024-02-01','YYYY-MM-DD')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AGENT queries ALL_TAB_PARTITIONS / ALL_TAB_SUBPARTITIONS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HIGH_VALUE is converted from LONG to VARCHAR2 via: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DBMS_LOB.SUBSTR(TO_CLOB(high_value)) -- in the package body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EXTRACTVALUE(DBMS_XMLGEN.GETXMLTYPE(...)) -- in VW_AGENT_PARTITION_INFO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ARCHIVER detects new partitions by comparing against TBL_ARCHIVER_PARTITIONS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Supported Partitioning Schemes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RANGE · RANGE-LIST · INTERVAL · INTERVAL-LIST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RANGE -- range partitioning on a DATE column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RANGE-LIST -- range partitioning with LIST subpartitions (e.g. by STATUS_CODE)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INTERVAL -- automatic partition creation on data insert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INTERVAL-LIST -- interval with LIST subpartitions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Requirement: the partition key must be a DATE column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Partition boundaries must be time-based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MAXVALUE is supported (automatically excluded from archiving)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Type is determined by ARCHIVE_UNIT_TYPE: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PARTITION -- for simple partitions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SUBPARTITION -- for subpartition-level units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8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Example Source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CLIENT1.ORDERS_SUBPART_SRC -- RANGE-LIST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Table: CLIENT1.ORDERS_SUBPART_SRC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Partitioning: RANGE(ORDER_DATE) with LIST(STATUS_CODE) subpartitions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Source partitions: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P_ERROR (&lt; 1800-01-01), P202401, P202402, P202403, P202404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P202512, P202601, P202602, P202603, P202604, P202605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PMAX (MAXVALUE)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Subpartitions: SP_OPEN (NEW, PAID), SP_DONE (SHIPPED, CLOSED)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Data flow: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CLIENT1 → AGENT_LINK → PARTMGR_ARCHIVER → ARCHIVER_LINK → PARTMGR_REPLICA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Source Table DDL --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RANGE-LIST with STATUS_CODE subpartitioning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698480" cy="4754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ABB2BF"/>
                </a:solidFill>
                <a:latin typeface="Consolas"/>
              </a:defRPr>
            </a:pPr>
            <a:r>
              <a:t>CREATE TABLE CLIENT1.ORDERS_SUBPART_SRC (</a:t>
            </a:r>
            <a:br/>
            <a:r>
              <a:t>  ORDER_ID     NUMBER        NOT NULL,</a:t>
            </a:r>
            <a:br/>
            <a:r>
              <a:t>  CUSTOMER_ID  NUMBER        NOT NULL,</a:t>
            </a:r>
            <a:br/>
            <a:r>
              <a:t>  ORDER_DATE   DATE          NOT NULL,</a:t>
            </a:r>
            <a:br/>
            <a:r>
              <a:t>  STATUS_CODE  VARCHAR2(20)  NOT NULL,</a:t>
            </a:r>
            <a:br/>
            <a:r>
              <a:t>  REGION_CODE  VARCHAR2(10)  NOT NULL,</a:t>
            </a:r>
            <a:br/>
            <a:r>
              <a:t>  AMOUNT       NUMBER(12,2)  NOT NULL,</a:t>
            </a:r>
            <a:br/>
            <a:r>
              <a:t>  CREATED_AT   TIMESTAMP     NOT NULL</a:t>
            </a:r>
            <a:br/>
            <a:r>
              <a:t>)</a:t>
            </a:r>
            <a:br/>
            <a:r>
              <a:t>PARTITION BY RANGE (ORDER_DATE)</a:t>
            </a:r>
            <a:br/>
            <a:r>
              <a:t>SUBPARTITION BY LIST (STATUS_CODE)</a:t>
            </a:r>
            <a:br/>
            <a:r>
              <a:t>SUBPARTITION TEMPLATE (</a:t>
            </a:r>
            <a:br/>
            <a:r>
              <a:t>  SUBPARTITION SP_OPEN VALUES ('NEW', 'PAID'),</a:t>
            </a:r>
            <a:br/>
            <a:r>
              <a:t>  SUBPARTITION SP_DONE VALUES ('SHIPPED', 'CLOSED')</a:t>
            </a:r>
            <a:br/>
            <a:r>
              <a:t>)</a:t>
            </a:r>
            <a:br/>
            <a:r>
              <a:t>(</a:t>
            </a:r>
            <a:br/>
            <a:r>
              <a:t>  PARTITION P_ERROR VALUES LESS THAN (DATE '1800-01-01'),</a:t>
            </a:r>
            <a:br/>
            <a:r>
              <a:t>  PARTITION P202401 VALUES LESS THAN (DATE '2024-02-01'),</a:t>
            </a:r>
            <a:br/>
            <a:r>
              <a:t>  PARTITION P202402 VALUES LESS THAN (DATE '2024-03-01'),</a:t>
            </a:r>
            <a:br/>
            <a:r>
              <a:t>  PARTITION P202403 VALUES LESS THAN (DATE '2024-04-01'),</a:t>
            </a:r>
            <a:br/>
            <a:r>
              <a:t>  PARTITION P202404 VALUES LESS THAN (DATE '2024-05-01'),</a:t>
            </a:r>
            <a:br/>
            <a:r>
              <a:t>  PARTITION P202512 VALUES LESS THAN (DATE '2026-01-01'),</a:t>
            </a:r>
            <a:br/>
            <a:r>
              <a:t>  PARTITION PMAX  VALUES LESS THAN (MAXVALUE)</a:t>
            </a:r>
            <a:br/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Partition key: ORDER_DATE (DATE). Subpartitions: LIST(STATUS_CODE).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10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ARCHIVER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From source to archive through real DB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828800" cy="7772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CLIENT</a:t>
            </a:r>
            <a:br/>
            <a:r>
              <a:t>Partitioned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Source data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77440" y="2057400"/>
            <a:ext cx="36576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1828800"/>
            <a:ext cx="1828800" cy="7772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AGENT</a:t>
            </a:r>
            <a:br/>
            <a:r>
              <a:t>VW_AGENT_PARTITION_INFO</a:t>
            </a:r>
            <a:br/>
            <a:r>
              <a:t>fn_get_row_count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65176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Metadata + row counts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54880" y="2057400"/>
            <a:ext cx="36576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12080" y="1828800"/>
            <a:ext cx="1828800" cy="7772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ARCHIVER</a:t>
            </a:r>
            <a:br/>
            <a:r>
              <a:t>TBL_ARCHIVER_TABLES</a:t>
            </a:r>
            <a:br/>
            <a:r>
              <a:t>TBL_ARCHIVER_PARTITIONS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65176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Configuration + status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32320" y="2057400"/>
            <a:ext cx="36576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0" y="1828800"/>
            <a:ext cx="1828800" cy="77724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ARCHIVER</a:t>
            </a:r>
            <a:br/>
            <a:r>
              <a:t>Target Table</a:t>
            </a:r>
            <a:br/>
            <a:r>
              <a:t>(partitioned)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65176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Archived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55448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DB link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Metadata: VW_AGENT_PARTITION_INFO@AGENT_LINK → VW_ARCHIVER_SOURCE_PARTITIONS → VW_ARCHIVER_DISCOVERY_PARTITIONS → TBL_ARCHIVER_PARTITIONS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Data: CLIENT partition → staging table (INSERT APPEND) → EXCHANGE PARTITION → ARCHIVER target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Row counts: PKG_AGENT_ARCHIVE.fn_get_row_count@AGENT_LINK compared with TARGET_ROW_COUNT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11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ARCHIVER Metadata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Four core metadata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TBL_ARCHIVER_TABLES -- source-to-target configuration: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SOURCE_DB_LINK, SOURCE_OWNER, SOURCE_TABLE_NAME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TARGET_OWNER, TARGET_TABLE_NAME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LAST_BUSINESS_DATE -- archive upper boundary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DAYS_ONLINE -- retention window before source cleanup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PRESERVE_RULE -- SQL returning dates that must stay online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ENABLED_FLAG -- enables/disables the source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TBL_ARCHIVER_PARTITIONS -- per-unit status: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ARCHIVE_STATUS, QUALITY_STATUS, TRUNCATE_STATUS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SOURCE_ROW_COUNT, TARGET_ROW_COUNT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TBL_ARCHIVER_RUNS -- process run tracking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TBL_ARCHIVER_PROCESS_LOG -- detailed process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PK: (SOURCE_DB_LINK, SOURCE_OWNER, SOURCE_TABLE_NAME, PARTITION_HIGH_VALUE, SUBPARTITION_HIGH_VALUE)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ARCHIVER Target Table DDL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Target table structure mirrors the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698480" cy="4754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ABB2BF"/>
                </a:solidFill>
                <a:latin typeface="Consolas"/>
              </a:defRPr>
            </a:pPr>
            <a:r>
              <a:t>CREATE TABLE PARTMGR_ARCHIVER.TBL_ARCHIVER_CLIENT1_SUBPART (</a:t>
            </a:r>
            <a:br/>
            <a:r>
              <a:t>  ORDER_ID     NUMBER        NOT NULL,</a:t>
            </a:r>
            <a:br/>
            <a:r>
              <a:t>  CUSTOMER_ID  NUMBER        NOT NULL,</a:t>
            </a:r>
            <a:br/>
            <a:r>
              <a:t>  ORDER_DATE   DATE          NOT NULL,</a:t>
            </a:r>
            <a:br/>
            <a:r>
              <a:t>  STATUS_CODE  VARCHAR2(20)  NOT NULL,</a:t>
            </a:r>
            <a:br/>
            <a:r>
              <a:t>  REGION_CODE  VARCHAR2(10)  NOT NULL,</a:t>
            </a:r>
            <a:br/>
            <a:r>
              <a:t>  AMOUNT       NUMBER(12,2)  NOT NULL,</a:t>
            </a:r>
            <a:br/>
            <a:r>
              <a:t>  CREATED_AT   TIMESTAMP     NOT NULL</a:t>
            </a:r>
            <a:br/>
            <a:r>
              <a:t>)</a:t>
            </a:r>
            <a:br/>
            <a:r>
              <a:t>PARTITION BY RANGE (ORDER_DATE)</a:t>
            </a:r>
            <a:br/>
            <a:r>
              <a:t>SUBPARTITION BY LIST (STATUS_CODE)</a:t>
            </a:r>
            <a:br/>
            <a:r>
              <a:t>SUBPARTITION TEMPLATE (</a:t>
            </a:r>
            <a:br/>
            <a:r>
              <a:t>  SUBPARTITION SP_OPEN VALUES ('NEW', 'PAID'),</a:t>
            </a:r>
            <a:br/>
            <a:r>
              <a:t>  SUBPARTITION SP_DONE VALUES ('SHIPPED', 'CLOSED')</a:t>
            </a:r>
            <a:br/>
            <a:r>
              <a:t>)</a:t>
            </a:r>
            <a:br/>
            <a:r>
              <a:t>(</a:t>
            </a:r>
            <a:br/>
            <a:r>
              <a:t>  PARTITION P_ERROR VALUES LESS THAN (DATE '1800-01-01')</a:t>
            </a:r>
            <a:br/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ARCHIVER adds data partitions dynamically during DISCOVER. P_ERROR is the initial partition.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13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Configuration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Source: CLIENT1.ORDERS_SUBPART_SRC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Target: PARTMGR_ARCHIVER.TBL_ARCHIVER_CLIENT1_SUBPART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DB link: AGENT_LINK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LAST_BUSINESS_DATE = DAT.fn_eod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→ only partitions before this date are archived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DAYS_ONLINE = 30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→ source retention window before cleanup eligibility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PRESERVE_RULE: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SELECT DAT.fn_boy FROM dual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UNION ALL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SELECT DAT.fn_eoy FROM dual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→ year start and year end stay in the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280160"/>
            <a:ext cx="5303520" cy="47548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371600"/>
            <a:ext cx="5029200" cy="457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BB2BF"/>
                </a:solidFill>
                <a:latin typeface="Consolas"/>
              </a:defRPr>
            </a:pPr>
            <a:r>
              <a:t>-- TBL_ARCHIVER_TABLES row</a:t>
            </a:r>
            <a:br/>
            <a:r>
              <a:t>SOURCE_DB_LINK     = AGENT_LINK</a:t>
            </a:r>
            <a:br/>
            <a:r>
              <a:t>SOURCE_OWNER       = CLIENT1</a:t>
            </a:r>
            <a:br/>
            <a:r>
              <a:t>SOURCE_TABLE_NAME  = ORDERS_SUBPART_SRC</a:t>
            </a:r>
            <a:br/>
            <a:r>
              <a:t>TARGET_OWNER       = PARTMGR_ARCHIVER</a:t>
            </a:r>
            <a:br/>
            <a:r>
              <a:t>TARGET_TABLE_NAME  = TBL_ARCHIVER_CLIENT1_SUBPART</a:t>
            </a:r>
            <a:br/>
            <a:r>
              <a:t>LAST_BUSINESS_DATE = DAT.fn_eod</a:t>
            </a:r>
            <a:br/>
            <a:r>
              <a:t>DAYS_ONLINE        = 30</a:t>
            </a:r>
            <a:br/>
            <a:r>
              <a:t>PRESERVE_RULE      = SELECT DATE '2026-01-01'</a:t>
            </a:r>
            <a:br/>
            <a:r>
              <a:t>                       FROM dual</a:t>
            </a:r>
            <a:br/>
            <a:r>
              <a:t>                     UNION ALL</a:t>
            </a:r>
            <a:br/>
            <a:r>
              <a:t>                     SELECT DATE '2026-12-31'</a:t>
            </a:r>
            <a:br/>
            <a:r>
              <a:t>                       FROM dual</a:t>
            </a:r>
            <a:br/>
            <a:r>
              <a:t>ENABLED_FLAG       =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DAT.fn_eod returns DATE '2026-06-01' in the seed. In production, this is the actual business date.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14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DISCOVER -- Detecting New Partitions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Synchronizing source structure with archive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1. Read VW_ARCHIVER_SOURCE_PARTITIONS (metadata via DB link)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2. Compare against existing TBL_ARCHIVER_PARTITIONS rows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3. For each new partition: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• ALTER TABLE ... ADD PARTITION ... -- create target partition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• INSERT INTO TBL_ARCHIVER_PARTITIONS -- add metadata row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MAXVALUE and P_ERROR partitions are automatically excluded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Supports both PARTITION and SUBPARTITION (ARCHIVE_UNIT_TYPE)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Preview mode: p_execute = 'N' shows generated DDL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Execute mode: p_execute = 'Y' runs DDL and inserts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PKG_ARCHIVER_DISCOVERY.prc_discover(p_execute, p_target_owner, p_target_table_name)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ARCHIVE -- Loading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Staging + EXCHANGE PARTITION for efficient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Selection: units with ARCHIVE_STATUS = 'N' and HIGH_VALUE &lt; LAST_BUSINESS_DATE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For each unit: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1. Create staging table (FOR EXCHANGE WITH TABLE)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2. Load data via INSERT APPEND from source DB link (with date filter)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3. Build local indexes on the staging table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4. Execute EXCHANGE PARTITION/SUBPARTITION with INCLUDING INDEXES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5. DROP staging table PURGE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6. Set ARCHIVE_STATUS = 'Y' and record TARGET_ROW_COUNT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Parallel DML support (PARALLEL_DEGREE from configuration)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Automatic cleanup of orphan staging tables older than N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PKG_ARCHIVER_IMPORT.prc_import(p_execute, p_target_owner, p_target_table_name)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16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QUALITY -- Row Count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Source-target row count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Selection: units with ARCHIVE_STATUS = 'Y' and QUALITY_STATUS = 'N'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For each unit: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1. Call PKG_AGENT_ARCHIVE.FN_GET_ROW_COUNT@DB_LINK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 → source row count (queried via AGENT DB link)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2. Read TARGET_ROW_COUNT from TBL_ARCHIVER_PARTITIONS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 → archive target row count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3. Compare: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 • Match      → QUALITY_STATUS = 'Y'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 • Mismatch   → QUALITY_STATUS = 'N' + ERROR_MESSAGE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No quality pass = no truncate eligibility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Generates summary: count of OK units vs errors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PKG_ARCHIVER_QUALITY.prc_quality(p_execute, p_target_owner, p_target_table_name)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TRUNCATE -- Source Cleanup (Preview-First)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Preview first -- approve before you execute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Selection: ARCHIVE_STATUS='Y' + QUALITY_STATUS='Y' + TRUNCATE_STATUS='N'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Additional filters: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HIGH_DATE &lt;= LAST_BUSINESS_DATE - DAYS_ONLINE (retention window)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PRESERVE_RULE -- SQL returning dates to keep online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For each unit: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If PRESERVE_DATE matches  → skip (mark as PRESERVED)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Otherwise → call AGENT: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PKG_AGENT_ARCHIVE.PRC_CLEANUP_UNIT('TRUNCATE', ...)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Set TRUNCATE_STATUS = 'Y'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PREVIEW MODE: p_truncate_execute = 'N' -- show what would be done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EXECUTE MODE: p_truncate_execute = 'Y' -- actual TRUNCATE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PKG_ARCHIVER_TRUNCATE.prc_truncate(p_execute, p_target_owner, p_target_table_name)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18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ARCHIVER Pipeline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DISCOVER → ARCHIVE → QUALITY → TRUNCATE preview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2286000" cy="10972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 DISCOVER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508760"/>
            <a:ext cx="50292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Read source partition metadata</a:t>
            </a:r>
            <a:br/>
            <a:r>
              <a:t>Create missing target partitions</a:t>
            </a:r>
          </a:p>
        </p:txBody>
      </p:sp>
      <p:sp>
        <p:nvSpPr>
          <p:cNvPr id="7" name="Down Arrow 6"/>
          <p:cNvSpPr/>
          <p:nvPr/>
        </p:nvSpPr>
        <p:spPr>
          <a:xfrm>
            <a:off x="1920240" y="2468880"/>
            <a:ext cx="27432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2286000" cy="10972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 ARCHIVE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880360"/>
            <a:ext cx="50292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Create staging table</a:t>
            </a:r>
            <a:br/>
            <a:r>
              <a:t>Load data via INSERT APPEND</a:t>
            </a:r>
            <a:br/>
            <a:r>
              <a:t>EXCHANGE PARTITION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920240" y="3840480"/>
            <a:ext cx="27432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4114800"/>
            <a:ext cx="2286000" cy="109728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251960"/>
            <a:ext cx="50292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Compare SOURCE_ROW_COUNT</a:t>
            </a:r>
            <a:br/>
            <a:r>
              <a:t>vs TARGET_ROW_COUNT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920240" y="5212080"/>
            <a:ext cx="27432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2286000" cy="10972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4. TRUNCATE</a:t>
            </a:r>
            <a:br/>
            <a:r>
              <a:t>(preview)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5623560"/>
            <a:ext cx="50292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Apply DAYS_ONLINE + PRESERVE_RULE</a:t>
            </a:r>
            <a:br/>
            <a:r>
              <a:t>Call AGENT cleanup</a:t>
            </a:r>
            <a:br/>
            <a:r>
              <a:t>preview-first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00200" y="5760720"/>
            <a:ext cx="1965960" cy="5943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566160" y="5925312"/>
            <a:ext cx="274320" cy="274320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0" y="5760720"/>
            <a:ext cx="1965960" cy="5943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ARCHIVE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06440" y="5925312"/>
            <a:ext cx="274320" cy="274320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80760" y="5760720"/>
            <a:ext cx="1965960" cy="59436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046720" y="5925312"/>
            <a:ext cx="274320" cy="274320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0" y="5760720"/>
            <a:ext cx="1965960" cy="5943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TRUNCATE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864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Flow overview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19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Runner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PKG_ARCHIVER_RUNNER -- pipeline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698480" cy="4754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ABB2BF"/>
                </a:solidFill>
                <a:latin typeface="Consolas"/>
              </a:defRPr>
            </a:pPr>
            <a:r>
              <a:t>-- DISCOVER only for a single table</a:t>
            </a:r>
            <a:br/>
            <a:r>
              <a:t>BEGIN</a:t>
            </a:r>
            <a:br/>
            <a:r>
              <a:t>  PKG_ARCHIVER_RUNNER.prc_run_table(</a:t>
            </a:r>
            <a:br/>
            <a:r>
              <a:t>    p_source_db_link   =&gt; 'AGENT_LINK',</a:t>
            </a:r>
            <a:br/>
            <a:r>
              <a:t>    p_owner            =&gt; 'CLIENT1',</a:t>
            </a:r>
            <a:br/>
            <a:r>
              <a:t>    p_table_name       =&gt; 'ORDERS_SUBPART_SRC',</a:t>
            </a:r>
            <a:br/>
            <a:r>
              <a:t>    p_execute          =&gt; 'Y',</a:t>
            </a:r>
            <a:br/>
            <a:r>
              <a:t>    p_stop_after_step  =&gt; 'DISCOVER',</a:t>
            </a:r>
            <a:br/>
            <a:r>
              <a:t>    p_truncate_execute =&gt; 'N'</a:t>
            </a:r>
            <a:br/>
            <a:r>
              <a:t>  );</a:t>
            </a:r>
            <a:br/>
            <a:r>
              <a:t>END;</a:t>
            </a:r>
            <a:br/>
            <a:r>
              <a:t>/</a:t>
            </a:r>
            <a:br/>
            <a:br/>
            <a:r>
              <a:t>-- Full pipeline for all enabled sources</a:t>
            </a:r>
            <a:br/>
            <a:r>
              <a:t>BEGIN</a:t>
            </a:r>
            <a:br/>
            <a:r>
              <a:t>  PKG_ARCHIVER_RUNNER.prc_run_all(</a:t>
            </a:r>
            <a:br/>
            <a:r>
              <a:t>    p_execute          =&gt; 'Y',</a:t>
            </a:r>
            <a:br/>
            <a:r>
              <a:t>    p_stop_after_step  =&gt; 'TRUNCATE',</a:t>
            </a:r>
            <a:br/>
            <a:r>
              <a:t>    p_truncate_execute =&gt; 'N'   -- preview only</a:t>
            </a:r>
            <a:br/>
            <a:r>
              <a:t>  );</a:t>
            </a:r>
            <a:br/>
            <a:r>
              <a:t>END;</a:t>
            </a:r>
            <a:br/>
            <a:r>
              <a:t>/</a:t>
            </a:r>
            <a:br/>
            <a:br/>
            <a:r>
              <a:t>-- With recommended TRUNCATE preview</a:t>
            </a:r>
            <a:br/>
            <a:r>
              <a:t>BEGIN</a:t>
            </a:r>
            <a:br/>
            <a:r>
              <a:t>  PKG_ARCHIVER_RUNNER.prc_run_table(</a:t>
            </a:r>
            <a:br/>
            <a:r>
              <a:t>    p_source_db_link   =&gt; 'AGENT_LINK',</a:t>
            </a:r>
            <a:br/>
            <a:r>
              <a:t>    p_owner            =&gt; 'CLIENT1',</a:t>
            </a:r>
            <a:br/>
            <a:r>
              <a:t>    p_table_name       =&gt; 'ORDERS_ARCH_SRC',</a:t>
            </a:r>
            <a:br/>
            <a:r>
              <a:t>    p_execute          =&gt; 'Y',</a:t>
            </a:r>
            <a:br/>
            <a:r>
              <a:t>    p_stop_after_step  =&gt; 'TRUNCATE',</a:t>
            </a:r>
            <a:br/>
            <a:r>
              <a:t>    p_truncate_execute =&gt; 'N'</a:t>
            </a:r>
            <a:br/>
            <a:r>
              <a:t>  );</a:t>
            </a:r>
            <a:br/>
            <a:r>
              <a:t>END;</a:t>
            </a:r>
            <a:br/>
            <a:r>
              <a:t>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p_stop_after_step = DISCOVER | ARCHIVE | QUALITY | TRUNCATE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ARCHIVER Outputs &amp; Process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What to inspect after running 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Tables: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TBL_ARCHIVER_TABLES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TBL_ARCHIVER_PARTITIONS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TBL_ARCHIVER_RUNS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TBL_ARCHIVER_PROCESS_LOG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Unit status flags: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ARCHIVE_STATUS (Y/N)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QUALITY_STATUS (Y/N)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TRUNCATE_STATUS (Y/N)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Process views: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VW_ARCHIVER_SOURCE_PARTITIONS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  → source metadata via DB link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VW_ARCHIVER_DISCOVERY_PARTITIONS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  → new partitions to discover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VW_ARCHIVER_IMPORT_PARTITIONS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  → ready for archive import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VW_ARCHIVER_QUALITY_PARTITIONS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  → awaiting quality check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VW_ARCHIVER_TRUNCATE_PARTITIONS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  → cleanup candidates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21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Post-Run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What to verify after each pipeline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Runs (TBL_ARCHIVER_RUNS):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RUN_STATUS (INIT/RUNNING/SUCCESS/WARNING/ERROR)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RUN_TYPE (DISCOVER/ARCHIVE/QUALITY/TRUNCATE/RUNNER)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STARTED_AT / ENDED_AT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ERROR_MESSAGE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Logs (TBL_ARCHIVER_PROCESS_LOG):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Detailed messages per step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Summaries between markers: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 &lt;&lt;&lt;PARTMGR_SUMMARY_BEGIN/END&gt;&gt;&gt;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Generated SQL from preview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Partitions (TBL_ARCHIVER_PARTITIONS):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ARCHIVE_STATUS -- loaded or not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QUALITY_STATUS -- row count match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TRUNCATE_STATUS -- source cleaned or not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SOURCE_ROW_COUNT vs TARGET_ROW_COUNT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ERROR_MESSAGE -- failure reasons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Preview queries: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SELECT * FROM VW_ARCHIVER_IMPORT_PARTITIONS;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SELECT * FROM VW_ARCHIVER_QUALITY_PARTITIONS;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SELECT * FROM VW_ARCHIVER_TRUNCATE_PARTITIONS;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22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ARCHIVER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HTML email reports with attachments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Send a report: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PKG_UTIL_MAIL.prc_send_report('ARCHIVER_SUMMARY');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HTML report contents: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Report window (REPORT_LOOKBACK_DAYS, default 7)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Executive summary -- run counts and latest statuses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Data status -- ARCHIVE/QUALITY/TRUNCATE progress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Pending work -- what still needs attention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Latest warnings and errors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Full process summaries as HTML attachments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Configuration (TBL_UTIL_CONFIG):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REPORT_LOOKBACK_DAYS, REPORT_SUMMARY_MAX_CHARS, REPORT_MAX_ROWS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PKG_UTIL_MAIL uses UTL_SMTP for plain SMTP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23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Safety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Safety first, always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SOURCE_DB_LINK must be real and non-null -- LOCAL and NONE are blocked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All object names are validated via DBMS_ASSERT before dynamic SQL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Cleanup (TRUNCATE/PURGE) defaults to preview mode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TRUNCATE requires explicit p_truncate_execute = 'Y'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PURGE requires p_purge_execute = 'Y'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Quality check must pass before cleanup candidates are selected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All runs and process logs are fully auditable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Golden rule: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discover → archive → quality → preview truncate → approve → execute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REPLICA --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DISCOVER → REPLICATE → QUALITY → PURGE preview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71700"/>
            <a:ext cx="1828800" cy="7772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ARCHIVER</a:t>
            </a:r>
            <a:br/>
            <a:r>
              <a:t>Qualified Partitions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9466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archive_status + quality_status = 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77440" y="2423160"/>
            <a:ext cx="36576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2171700"/>
            <a:ext cx="1828800" cy="7772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REPLICA</a:t>
            </a:r>
            <a:br/>
            <a:r>
              <a:t>Metadata + Staging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99466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REPLICA_ARCHIVER_PARTITIONS_SRC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54880" y="2423160"/>
            <a:ext cx="36576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12080" y="2171700"/>
            <a:ext cx="1828800" cy="77724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REPLICA</a:t>
            </a:r>
            <a:br/>
            <a:r>
              <a:t>Target Table</a:t>
            </a:r>
            <a:br/>
            <a:r>
              <a:t>(partitioned)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99466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Replicated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029200"/>
            <a:ext cx="2194560" cy="5943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37560" y="5193792"/>
            <a:ext cx="274320" cy="274320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11880" y="5029200"/>
            <a:ext cx="2194560" cy="5943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REPLICATE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06440" y="5193792"/>
            <a:ext cx="274320" cy="274320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80760" y="5029200"/>
            <a:ext cx="2194560" cy="59436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275320" y="5193792"/>
            <a:ext cx="274320" cy="274320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49640" y="5029200"/>
            <a:ext cx="2194560" cy="5943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PURGE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74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REPLICA reads qualified ARCHIVER metadata via REPLICA_ARCHIVER_PARTITIONS_SRC (synonym through DB link)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Uses staging + EXCHANGE PARTITION (same pattern as ARCHIVER)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PURGE operates only on local REPLICA targets -- does not affect ARCHIVER or CLIENT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REPLICA -- Purpose &amp;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Optional downstream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REPLICA is an optional Layer 3 component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Use it when archived data must be copied further downstream: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Reporting database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Bounded operational copy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Isolated archive consumer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REPLICA reads ARCHIVER through a real DB link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It does not need direct access to CLIENT schemas or AGENT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Base system: CLIENT → AGENT → ARCHIVER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Extended system: + ARCHIVER → REPLICA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26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REPLICA -- Configuration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Source for REPLICA: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PARTMGR_ARCHIVER.TBL_ARCHIVER_CLIENT1_SUBPART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via ARCHIVER_LINK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Target: PARTMGR_REPLICA.TBL_REPLICA_CLIENT1_SUBPART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REPLICA depends on: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ARCHIVER metadata (TBL_ARCHIVER_PARTITIONS)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Physical data in ARCHIVER target tables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DAYS_ONLINE = 365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→ replicated data is retained for one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280160"/>
            <a:ext cx="5303520" cy="47548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371600"/>
            <a:ext cx="5029200" cy="457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ABB2BF"/>
                </a:solidFill>
                <a:latin typeface="Consolas"/>
              </a:defRPr>
            </a:pPr>
            <a:r>
              <a:t>-- TBL_REPLICA_TABLES row</a:t>
            </a:r>
            <a:br/>
            <a:r>
              <a:t>INSERT INTO TBL_REPLICA_TABLES (</a:t>
            </a:r>
            <a:br/>
            <a:r>
              <a:t>  SOURCE_DB_LINK,</a:t>
            </a:r>
            <a:br/>
            <a:r>
              <a:t>  SOURCE_OWNER,</a:t>
            </a:r>
            <a:br/>
            <a:r>
              <a:t>  SOURCE_TABLE_NAME,</a:t>
            </a:r>
            <a:br/>
            <a:r>
              <a:t>  TARGET_OWNER,</a:t>
            </a:r>
            <a:br/>
            <a:r>
              <a:t>  TARGET_TABLE_NAME,</a:t>
            </a:r>
            <a:br/>
            <a:r>
              <a:t>  PARALLEL_DEGREE,</a:t>
            </a:r>
            <a:br/>
            <a:r>
              <a:t>  DAYS_ONLINE</a:t>
            </a:r>
            <a:br/>
            <a:r>
              <a:t>) VALUES (</a:t>
            </a:r>
            <a:br/>
            <a:r>
              <a:t>  'ARCHIVER_LINK',</a:t>
            </a:r>
            <a:br/>
            <a:r>
              <a:t>  'PARTMGR_ARCHIVER',</a:t>
            </a:r>
            <a:br/>
            <a:r>
              <a:t>  'TBL_ARCHIVER_CLIENT1_SUBPART',</a:t>
            </a:r>
            <a:br/>
            <a:r>
              <a:t>  'PARTMGR_REPLICA',</a:t>
            </a:r>
            <a:br/>
            <a:r>
              <a:t>  'TBL_REPLICA_CLIENT1_SUBPART',</a:t>
            </a:r>
            <a:br/>
            <a:r>
              <a:t>  4,</a:t>
            </a:r>
            <a:br/>
            <a:r>
              <a:t>  365</a:t>
            </a:r>
            <a:br/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REPLICA_ARCHIVER_PARTITIONS_SRC is a synonym pointing to TBL_ARCHIVER_PARTITIONS@ARCHIVER_LINK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27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REPLICA --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PKG_REPLICA_RUNNER.prc_run --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698480" cy="4754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ABB2BF"/>
                </a:solidFill>
                <a:latin typeface="Consolas"/>
              </a:defRPr>
            </a:pPr>
            <a:r>
              <a:t>-- Full REPLICA pipeline with PURGE preview</a:t>
            </a:r>
            <a:br/>
            <a:r>
              <a:t>BEGIN</a:t>
            </a:r>
            <a:br/>
            <a:r>
              <a:t>  PKG_REPLICA_RUNNER.prc_run(</a:t>
            </a:r>
            <a:br/>
            <a:r>
              <a:t>    p_execute         =&gt; 'Y',</a:t>
            </a:r>
            <a:br/>
            <a:r>
              <a:t>    p_stop_after_step =&gt; 'PURGE',</a:t>
            </a:r>
            <a:br/>
            <a:r>
              <a:t>    p_purge_execute   =&gt; 'N'    -- preview only</a:t>
            </a:r>
            <a:br/>
            <a:r>
              <a:t>  );</a:t>
            </a:r>
            <a:br/>
            <a:r>
              <a:t>END;</a:t>
            </a:r>
            <a:br/>
            <a:r>
              <a:t>/</a:t>
            </a:r>
            <a:br/>
            <a:br/>
            <a:r>
              <a:t>-- Stop after REPLICATE (skip quality and purge)</a:t>
            </a:r>
            <a:br/>
            <a:r>
              <a:t>BEGIN</a:t>
            </a:r>
            <a:br/>
            <a:r>
              <a:t>  PKG_REPLICA_RUNNER.prc_run(</a:t>
            </a:r>
            <a:br/>
            <a:r>
              <a:t>    p_execute         =&gt; 'Y',</a:t>
            </a:r>
            <a:br/>
            <a:r>
              <a:t>    p_stop_after_step =&gt; 'REPLICATE',</a:t>
            </a:r>
            <a:br/>
            <a:r>
              <a:t>    p_purge_execute   =&gt; 'N'</a:t>
            </a:r>
            <a:br/>
            <a:r>
              <a:t>  );</a:t>
            </a:r>
            <a:br/>
            <a:r>
              <a:t>END;</a:t>
            </a:r>
            <a:br/>
            <a:r>
              <a:t>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Default pattern: replicate + quality execute, purge preview.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28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REPLICA -- Outputs &amp;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Same patterns as ARCHIVER, own data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Tables: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TBL_REPLICA_TABLES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TBL_REPLICA_PARTITIONS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TBL_REPLICA_RUNS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TBL_REPLICA_PROCESS_LOG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Report: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PKG_UTIL_MAIL.prc_send_report(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 'REPLICA_SUMMARY');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Process views: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VW_REPLICA_DISCOVERY_PARTITIONS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VW_REPLICA_REPLICATE_PARTITIONS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VW_REPLICA_QUALITY_PARTITIONS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VW_REPLICA_PURGE_PARTITIONS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Safety: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PURGE requires p_purge_execute = 'Y'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29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Operating Pattern --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A typical operational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1. Configure the source table in TBL_ARCHIVER_TABLES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2. Run DISCOVER -- detect new partitions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3. Review TBL_ARCHIVER_PARTITIONS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4. Run ARCHIVE + QUALITY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5. Verify row counts and process logs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6. Preview truncate candidates (VW_ARCHIVER_TRUNCATE_PARTITIONS)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7. Approve and execute TRUNCATE with p_truncate_execute = 'Y'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8. Optionally run REPLICA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9. Send summary reports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Operational golden rule: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configure → discover → archive → quality → preview → approve →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30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Installation Topology -- SPLIT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Three separate databases, real DB links between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11612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1B2A4A"/>
                </a:solidFill>
                <a:latin typeface="Calibri"/>
              </a:defRPr>
            </a:pPr>
            <a:r>
              <a:t>SPLIT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20240"/>
            <a:ext cx="2743200" cy="1645920"/>
          </a:xfrm>
          <a:prstGeom prst="roundRect">
            <a:avLst/>
          </a:prstGeom>
          <a:solidFill>
            <a:srgbClr val="1A5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TWP (Source DB)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237744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CLIENT1 / CLIENT2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71800"/>
            <a:ext cx="237744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PARTMGR_AGENT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1188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SYS: SOURCE_SYS_CONNECT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0400" y="2560320"/>
            <a:ext cx="27432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1920240"/>
            <a:ext cx="2743200" cy="1645920"/>
          </a:xfrm>
          <a:prstGeom prst="roundRect">
            <a:avLst/>
          </a:prstGeom>
          <a:solidFill>
            <a:srgbClr val="1A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TWARP (Archive DB)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40" y="2651760"/>
            <a:ext cx="237744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PARTMGR_ARCHIVER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61188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SYS: ARCHIVER_SYS_CONNECT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400800" y="2560320"/>
            <a:ext cx="27432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0" y="1920240"/>
            <a:ext cx="2743200" cy="1645920"/>
          </a:xfrm>
          <a:prstGeom prst="roundRect">
            <a:avLst/>
          </a:prstGeom>
          <a:solidFill>
            <a:srgbClr val="6C3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TWART (Replica DB)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2651760"/>
            <a:ext cx="2377440" cy="5029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PARTMGR_REPLICA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61188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SYS: REPLICA_SYS_CONNECT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194560"/>
            <a:ext cx="457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66666"/>
                </a:solidFill>
                <a:latin typeface="Calibri"/>
              </a:defRPr>
            </a:pPr>
            <a:r>
              <a:t>DB</a:t>
            </a:r>
            <a:br/>
            <a:r>
              <a:t>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94560"/>
            <a:ext cx="457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666666"/>
                </a:solidFill>
                <a:latin typeface="Calibri"/>
              </a:defRPr>
            </a:pPr>
            <a:r>
              <a:t>DB</a:t>
            </a:r>
            <a:br/>
            <a:r>
              <a:t>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AGENT installed on the SOURCE database (alongside CLIENT schemas)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ARCHIVER installed on a dedicated ARCHIVE database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REPLICA installed on a dedicated REPLICA database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Components communicate through real Oracle database links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Three separate SYS connections manage schema lifecycle (SOURCE_SYS_CONNECT, ARCHIVER_SYS_CONNECT, REPLICA_SYS_CONNECT)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31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000" b="1">
                <a:solidFill>
                  <a:srgbClr val="E86C00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PARTMGR is a centralized Oracle partition archive control plane in a 3-layer architecture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AGENT -- thin helper layer at the source (policy-free)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ARCHIVER -- main control: DISCOVER → ARCHIVE → QUALITY → TRUNCATE preview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REPLICA -- optional downstream replica: DISCOVER → REPLICATE → QUALITY → PURGE preview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Key features: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HIGH_VALUE-based identity -- independent of physical names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Preview-first -- destructive operations require explicit approval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Quality gate -- no cleanup without row-count match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Real DB links -- no magic LOCAL/NONE values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Built-in HTML email reports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Further reading: docs/architecture.md · docs/installation.md · docs/operations.md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31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